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3D9E89-27B6-FFC0-D539-8F27C10230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259AE30-DB78-B5FD-D050-9B70AD9891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F01346-8D0A-40A9-DC5F-0EF6CE0EC5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36A422-2292-44C7-BF27-AA61538B80D7}" type="datetimeFigureOut">
              <a:rPr lang="en-NZ" smtClean="0"/>
              <a:t>12/07/2024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15ECC7-C77E-43F9-FFC4-44112D1EAE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9C7A4B-29BF-508D-2634-96892E6A84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BD675F-3B4A-4AD3-BB49-52E16D9B81D1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1670880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83D4C-D1E3-D957-6D27-D476B4FAB9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B9F9C7-1FFB-0477-5FFA-EBDCB89546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C77F1A-7932-0575-FC5A-276247F6F3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36A422-2292-44C7-BF27-AA61538B80D7}" type="datetimeFigureOut">
              <a:rPr lang="en-NZ" smtClean="0"/>
              <a:t>12/07/2024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51D0FA-1B72-2520-C893-C79DED45FE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189161-4ABD-9359-A1F0-1BB150F07F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BD675F-3B4A-4AD3-BB49-52E16D9B81D1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7538024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EDDCCF-A71E-AD1C-0CA3-08BA89DC8E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8E1D49-1A8E-C162-6666-89580D4834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30E098-9003-D330-8704-D5C6ABB0B5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36A422-2292-44C7-BF27-AA61538B80D7}" type="datetimeFigureOut">
              <a:rPr lang="en-NZ" smtClean="0"/>
              <a:t>12/07/2024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731379-178E-70B8-4483-253A46CE16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AA1016-97F0-61AC-BC53-723186CD3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BD675F-3B4A-4AD3-BB49-52E16D9B81D1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9462193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2DA173-0C49-42A8-DC34-8E88DA6F9B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ACB7FF-DD0C-D64D-D473-EF8820248B2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3D9F849-DC33-B2C0-5E4F-F16746B538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2FE0E0-11A2-2C7A-A9C2-CDB404529D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36A422-2292-44C7-BF27-AA61538B80D7}" type="datetimeFigureOut">
              <a:rPr lang="en-NZ" smtClean="0"/>
              <a:t>12/07/2024</a:t>
            </a:fld>
            <a:endParaRPr lang="en-N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8DE3CA-2ED5-CA2F-52FF-77790BF6D9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B7233A-8FC1-7983-AB5A-FEE6798F17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BD675F-3B4A-4AD3-BB49-52E16D9B81D1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4152486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5940C1-0387-AC96-06D5-D739527B8E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BA6B2A-B0F2-3E50-2129-6BF7754EF5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BA9E7A-ACCF-2C01-3D17-D2AFB44E4B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7DB9E1C-3F1B-2A66-CFBE-D9629F04D6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0BCBF2D-E482-405D-4F31-1B9FC53013B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036CDEE-9FC6-428B-2D00-C8C9BC34BA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36A422-2292-44C7-BF27-AA61538B80D7}" type="datetimeFigureOut">
              <a:rPr lang="en-NZ" smtClean="0"/>
              <a:t>12/07/2024</a:t>
            </a:fld>
            <a:endParaRPr lang="en-NZ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50A6E7-E6ED-9229-10FB-4FBA54CBA7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65C3E88-573C-2696-3A85-F001C2D29B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BD675F-3B4A-4AD3-BB49-52E16D9B81D1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7898968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BBFE30-5A42-508F-85CA-49CE3D6443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1E5D7C8-EEDE-FA80-C853-09963C4232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36A422-2292-44C7-BF27-AA61538B80D7}" type="datetimeFigureOut">
              <a:rPr lang="en-NZ" smtClean="0"/>
              <a:t>12/07/2024</a:t>
            </a:fld>
            <a:endParaRPr lang="en-NZ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98C9C26-66FD-69C5-FF9D-879AC6DF0A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9CA739-35A2-E8D5-CAFA-902507A59C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BD675F-3B4A-4AD3-BB49-52E16D9B81D1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3275026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50C540F-E1C0-C906-C9BD-8B1C4371F0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36A422-2292-44C7-BF27-AA61538B80D7}" type="datetimeFigureOut">
              <a:rPr lang="en-NZ" smtClean="0"/>
              <a:t>12/07/2024</a:t>
            </a:fld>
            <a:endParaRPr lang="en-NZ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03D75A9-CD0E-C5B4-C54F-454ACECDF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AD2917-BC4C-018B-A569-8BE86C8B5F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BD675F-3B4A-4AD3-BB49-52E16D9B81D1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5600387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EB3E13-3AE3-463A-9C5F-09BF22B2AD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CBED16-2A39-5A0D-B477-720CDF814D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E5EBED-BF17-7CE3-7D9D-5608AB44B8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2ECC1B-98A8-7A6D-8910-4C8F4FD244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36A422-2292-44C7-BF27-AA61538B80D7}" type="datetimeFigureOut">
              <a:rPr lang="en-NZ" smtClean="0"/>
              <a:t>12/07/2024</a:t>
            </a:fld>
            <a:endParaRPr lang="en-N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E42F16-0EF3-8B80-034B-D358E9DDDE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C79521-5AC0-1728-6186-79068BEF75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BD675F-3B4A-4AD3-BB49-52E16D9B81D1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9851151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163F22-57C0-F29B-3EA4-62DA64B7A2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968AA63-D52D-68E7-DA09-6E640090CB2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N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5B75FD-B201-0967-83C9-2DA0556108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2C2658-751D-9C21-B11B-0968671E69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36A422-2292-44C7-BF27-AA61538B80D7}" type="datetimeFigureOut">
              <a:rPr lang="en-NZ" smtClean="0"/>
              <a:t>12/07/2024</a:t>
            </a:fld>
            <a:endParaRPr lang="en-N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30A327-A1E5-CBB3-8336-D2A4D01F79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CA69B5-6EC6-B502-8E93-FBB9D346BD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BD675F-3B4A-4AD3-BB49-52E16D9B81D1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9344740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572A94-5963-76C4-927E-ECAC21472A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DAB92F4-6A24-6017-0765-E2B4B9C4F6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DDCAB4-7340-B487-0ECB-132FB09374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36A422-2292-44C7-BF27-AA61538B80D7}" type="datetimeFigureOut">
              <a:rPr lang="en-NZ" smtClean="0"/>
              <a:t>12/07/2024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EA41BF-EB50-BC33-2E4B-39FF916C03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557976-8CA3-17C8-D6AD-18E4EA2E1D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BD675F-3B4A-4AD3-BB49-52E16D9B81D1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7332098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2ECE5FC-07CE-9B55-24B3-9DC60F1E65D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30679C3-CCB9-CFA1-CD67-E5656C5C78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77985B-0F44-2BB1-FFCF-F1EB17695B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36A422-2292-44C7-BF27-AA61538B80D7}" type="datetimeFigureOut">
              <a:rPr lang="en-NZ" smtClean="0"/>
              <a:t>12/07/2024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7008CD-09E1-305F-CFDE-C1C1E855F9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9873BE-148E-51FB-15B9-EBADBEB7D8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BD675F-3B4A-4AD3-BB49-52E16D9B81D1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9096216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847CE68-7EC5-074D-9084-5E16059FD8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70DB3D-D0FE-8852-9933-3F736624BD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4E1787-8129-57B1-7177-B159674DC76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936A422-2292-44C7-BF27-AA61538B80D7}" type="datetimeFigureOut">
              <a:rPr lang="en-NZ" smtClean="0"/>
              <a:t>12/07/2024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AF77BB-0415-51C7-113A-2F7139F38C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386B5A-211C-0784-D145-9704652B69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3BD675F-3B4A-4AD3-BB49-52E16D9B81D1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9353879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A8E405-F446-A098-4A0C-54E290955B1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NZ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3E999D1-D24F-BE6E-D9BE-F6F4DF10847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6160959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Michael Terekhin</dc:creator>
  <cp:lastModifiedBy>Michael Terekhin</cp:lastModifiedBy>
  <cp:revision>2</cp:revision>
  <dcterms:created xsi:type="dcterms:W3CDTF">2024-07-12T04:10:12Z</dcterms:created>
  <dcterms:modified xsi:type="dcterms:W3CDTF">2024-07-12T04:15:20Z</dcterms:modified>
</cp:coreProperties>
</file>